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rson 1 - arms"/>
          <p:cNvSpPr/>
          <p:nvPr/>
        </p:nvSpPr>
        <p:spPr>
          <a:xfrm>
            <a:off x="4495648" y="1005840"/>
            <a:ext cx="3200400" cy="3200400"/>
          </a:xfrm>
          <a:prstGeom prst="blockArc">
            <a:avLst>
              <a:gd name="adj1" fmla="val 10950000"/>
              <a:gd name="adj2" fmla="val 15390000"/>
              <a:gd name="adj3" fmla="val 13500"/>
            </a:avLst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3" name="Person 1 - head"/>
          <p:cNvSpPr/>
          <p:nvPr/>
        </p:nvSpPr>
        <p:spPr>
          <a:xfrm>
            <a:off x="4388734" y="898927"/>
            <a:ext cx="608076" cy="608076"/>
          </a:xfrm>
          <a:prstGeom prst="ellips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4" name="Person 2 - arms"/>
          <p:cNvSpPr/>
          <p:nvPr/>
        </p:nvSpPr>
        <p:spPr>
          <a:xfrm>
            <a:off x="4495648" y="1005840"/>
            <a:ext cx="3200400" cy="3200400"/>
          </a:xfrm>
          <a:prstGeom prst="blockArc">
            <a:avLst>
              <a:gd name="adj1" fmla="val 16350000"/>
              <a:gd name="adj2" fmla="val 21450000"/>
              <a:gd name="adj3" fmla="val 135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Person 2 - head"/>
          <p:cNvSpPr/>
          <p:nvPr/>
        </p:nvSpPr>
        <p:spPr>
          <a:xfrm>
            <a:off x="7194885" y="898927"/>
            <a:ext cx="608076" cy="608076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Person 3 - arms"/>
          <p:cNvSpPr/>
          <p:nvPr/>
        </p:nvSpPr>
        <p:spPr>
          <a:xfrm>
            <a:off x="4495648" y="1005840"/>
            <a:ext cx="3200400" cy="3200400"/>
          </a:xfrm>
          <a:prstGeom prst="blockArc">
            <a:avLst>
              <a:gd name="adj1" fmla="val 150000"/>
              <a:gd name="adj2" fmla="val 5250000"/>
              <a:gd name="adj3" fmla="val 13500"/>
            </a:avLst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7" name="Person 3 - head"/>
          <p:cNvSpPr/>
          <p:nvPr/>
        </p:nvSpPr>
        <p:spPr>
          <a:xfrm>
            <a:off x="7194885" y="3705077"/>
            <a:ext cx="608076" cy="608076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8" name="Person 4 - arms"/>
          <p:cNvSpPr/>
          <p:nvPr/>
        </p:nvSpPr>
        <p:spPr>
          <a:xfrm>
            <a:off x="4495648" y="1005840"/>
            <a:ext cx="3200400" cy="3200400"/>
          </a:xfrm>
          <a:prstGeom prst="blockArc">
            <a:avLst>
              <a:gd name="adj1" fmla="val 5550000"/>
              <a:gd name="adj2" fmla="val 10650000"/>
              <a:gd name="adj3" fmla="val 13500"/>
            </a:avLst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9" name="Person 4 - head"/>
          <p:cNvSpPr/>
          <p:nvPr/>
        </p:nvSpPr>
        <p:spPr>
          <a:xfrm>
            <a:off x="4388734" y="3705077"/>
            <a:ext cx="608076" cy="608076"/>
          </a:xfrm>
          <a:prstGeom prst="ellipse">
            <a:avLst/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10" name="Journey arrow"/>
          <p:cNvSpPr/>
          <p:nvPr/>
        </p:nvSpPr>
        <p:spPr>
          <a:xfrm rot="5400000">
            <a:off x="5551512" y="991820"/>
            <a:ext cx="799300" cy="475259"/>
          </a:xfrm>
          <a:prstGeom prst="triangl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11" name="E2E"/>
          <p:cNvSpPr txBox="1"/>
          <p:nvPr/>
        </p:nvSpPr>
        <p:spPr>
          <a:xfrm>
            <a:off x="4975708" y="2045970"/>
            <a:ext cx="224028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5000" b="1" dirty="0">
                <a:solidFill>
                  <a:srgbClr val="E1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5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5000" dirty="0"/>
          </a:p>
        </p:txBody>
      </p:sp>
      <p:sp>
        <p:nvSpPr>
          <p:cNvPr id="12" name="Wordmark"/>
          <p:cNvSpPr txBox="1"/>
          <p:nvPr/>
        </p:nvSpPr>
        <p:spPr>
          <a:xfrm>
            <a:off x="2441448" y="4892040"/>
            <a:ext cx="731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 </a:t>
            </a:r>
            <a:pPr algn="ctr" indent="0" marL="0">
              <a:buNone/>
            </a:pPr>
            <a:r>
              <a:rPr lang="en-US" sz="4000" b="1" spc="200" kern="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4000" b="1" spc="200" kern="0" dirty="0">
                <a:solidFill>
                  <a:srgbClr val="E1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4000" b="1" spc="200" kern="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4000" dirty="0"/>
          </a:p>
        </p:txBody>
      </p:sp>
      <p:sp>
        <p:nvSpPr>
          <p:cNvPr id="13" name="Tagline"/>
          <p:cNvSpPr txBox="1"/>
          <p:nvPr/>
        </p:nvSpPr>
        <p:spPr>
          <a:xfrm>
            <a:off x="2441448" y="5563616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JOURNEY. ONE IDENTITY.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anel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" name="Person 1 - arms"/>
          <p:cNvSpPr/>
          <p:nvPr/>
        </p:nvSpPr>
        <p:spPr>
          <a:xfrm>
            <a:off x="1234440" y="1417320"/>
            <a:ext cx="2651760" cy="2651760"/>
          </a:xfrm>
          <a:prstGeom prst="blockArc">
            <a:avLst>
              <a:gd name="adj1" fmla="val 10950000"/>
              <a:gd name="adj2" fmla="val 15390000"/>
              <a:gd name="adj3" fmla="val 13500"/>
            </a:avLst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4" name="Person 1 - head"/>
          <p:cNvSpPr/>
          <p:nvPr/>
        </p:nvSpPr>
        <p:spPr>
          <a:xfrm>
            <a:off x="1145855" y="1328735"/>
            <a:ext cx="503834" cy="503834"/>
          </a:xfrm>
          <a:prstGeom prst="ellips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5" name="Person 2 - arms"/>
          <p:cNvSpPr/>
          <p:nvPr/>
        </p:nvSpPr>
        <p:spPr>
          <a:xfrm>
            <a:off x="1234440" y="1417320"/>
            <a:ext cx="2651760" cy="2651760"/>
          </a:xfrm>
          <a:prstGeom prst="blockArc">
            <a:avLst>
              <a:gd name="adj1" fmla="val 16350000"/>
              <a:gd name="adj2" fmla="val 21450000"/>
              <a:gd name="adj3" fmla="val 135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Person 2 - head"/>
          <p:cNvSpPr/>
          <p:nvPr/>
        </p:nvSpPr>
        <p:spPr>
          <a:xfrm>
            <a:off x="3470951" y="1328735"/>
            <a:ext cx="503834" cy="50383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Person 3 - arms"/>
          <p:cNvSpPr/>
          <p:nvPr/>
        </p:nvSpPr>
        <p:spPr>
          <a:xfrm>
            <a:off x="1234440" y="1417320"/>
            <a:ext cx="2651760" cy="2651760"/>
          </a:xfrm>
          <a:prstGeom prst="blockArc">
            <a:avLst>
              <a:gd name="adj1" fmla="val 150000"/>
              <a:gd name="adj2" fmla="val 5250000"/>
              <a:gd name="adj3" fmla="val 13500"/>
            </a:avLst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8" name="Person 3 - head"/>
          <p:cNvSpPr/>
          <p:nvPr/>
        </p:nvSpPr>
        <p:spPr>
          <a:xfrm>
            <a:off x="3470951" y="3653831"/>
            <a:ext cx="503834" cy="503834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9" name="Person 4 - arms"/>
          <p:cNvSpPr/>
          <p:nvPr/>
        </p:nvSpPr>
        <p:spPr>
          <a:xfrm>
            <a:off x="1234440" y="1417320"/>
            <a:ext cx="2651760" cy="2651760"/>
          </a:xfrm>
          <a:prstGeom prst="blockArc">
            <a:avLst>
              <a:gd name="adj1" fmla="val 5550000"/>
              <a:gd name="adj2" fmla="val 10650000"/>
              <a:gd name="adj3" fmla="val 13500"/>
            </a:avLst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10" name="Person 4 - head"/>
          <p:cNvSpPr/>
          <p:nvPr/>
        </p:nvSpPr>
        <p:spPr>
          <a:xfrm>
            <a:off x="1145855" y="3653831"/>
            <a:ext cx="503834" cy="503834"/>
          </a:xfrm>
          <a:prstGeom prst="ellipse">
            <a:avLst/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11" name="Journey arrow"/>
          <p:cNvSpPr/>
          <p:nvPr/>
        </p:nvSpPr>
        <p:spPr>
          <a:xfrm rot="5400000">
            <a:off x="2109299" y="1405703"/>
            <a:ext cx="662277" cy="393786"/>
          </a:xfrm>
          <a:prstGeom prst="triangl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12" name="E2E"/>
          <p:cNvSpPr txBox="1"/>
          <p:nvPr/>
        </p:nvSpPr>
        <p:spPr>
          <a:xfrm>
            <a:off x="1632204" y="2279142"/>
            <a:ext cx="1856232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4200" b="1" dirty="0">
                <a:solidFill>
                  <a:srgbClr val="E1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4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4200" dirty="0"/>
          </a:p>
        </p:txBody>
      </p:sp>
      <p:sp>
        <p:nvSpPr>
          <p:cNvPr id="13" name="Wordmark"/>
          <p:cNvSpPr txBox="1"/>
          <p:nvPr/>
        </p:nvSpPr>
        <p:spPr>
          <a:xfrm>
            <a:off x="365760" y="4709160"/>
            <a:ext cx="438912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 </a:t>
            </a:r>
            <a:pPr algn="ctr" indent="0" marL="0">
              <a:buNone/>
            </a:pPr>
            <a:r>
              <a:rPr lang="en-US" sz="3000" b="1" spc="200" kern="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3000" b="1" spc="200" kern="0" dirty="0">
                <a:solidFill>
                  <a:srgbClr val="E1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3000" b="1" spc="200" kern="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000" dirty="0"/>
          </a:p>
        </p:txBody>
      </p:sp>
      <p:sp>
        <p:nvSpPr>
          <p:cNvPr id="14" name="Tagline"/>
          <p:cNvSpPr txBox="1"/>
          <p:nvPr/>
        </p:nvSpPr>
        <p:spPr>
          <a:xfrm>
            <a:off x="365760" y="522198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JOURNEY. ONE IDENTITY.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5486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 E2E Logo Proposal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1887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1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&amp; Journey Together</a:t>
            </a:r>
            <a:endParaRPr lang="en-US" sz="1800" dirty="0"/>
          </a:p>
        </p:txBody>
      </p:sp>
      <p:sp>
        <p:nvSpPr>
          <p:cNvPr id="17" name="Rationale"/>
          <p:cNvSpPr txBox="1"/>
          <p:nvPr/>
        </p:nvSpPr>
        <p:spPr>
          <a:xfrm>
            <a:off x="5669280" y="187452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colleagues link arms to form one unbroken circle: each figure stands for a part of our end-to-end chain (Plan, Source, Make, Deliver), and only together do they create the shape.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sit literally at the heart of the design: the ring exists because they hold on to each other, with E2E protected in the centre.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arrowhead turns the circle into continuous forward motion: one journey that never stops improving.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only from circles and arcs in Henkel red tones, the mark stays simple and memorable from a slide footer to an event stage, in colour, white or one colour.</a:t>
            </a:r>
            <a:endParaRPr lang="en-US" sz="1500" dirty="0"/>
          </a:p>
        </p:txBody>
      </p:sp>
      <p:sp>
        <p:nvSpPr>
          <p:cNvPr id="18" name="Chip Plan"/>
          <p:cNvSpPr/>
          <p:nvPr/>
        </p:nvSpPr>
        <p:spPr>
          <a:xfrm>
            <a:off x="5669280" y="5349240"/>
            <a:ext cx="384048" cy="384048"/>
          </a:xfrm>
          <a:prstGeom prst="ellips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44768" y="5349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300" dirty="0"/>
          </a:p>
        </p:txBody>
      </p:sp>
      <p:sp>
        <p:nvSpPr>
          <p:cNvPr id="20" name="Chip Source"/>
          <p:cNvSpPr/>
          <p:nvPr/>
        </p:nvSpPr>
        <p:spPr>
          <a:xfrm>
            <a:off x="7150608" y="5349240"/>
            <a:ext cx="384048" cy="38404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26096" y="5349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300" dirty="0"/>
          </a:p>
        </p:txBody>
      </p:sp>
      <p:sp>
        <p:nvSpPr>
          <p:cNvPr id="22" name="Chip Make"/>
          <p:cNvSpPr/>
          <p:nvPr/>
        </p:nvSpPr>
        <p:spPr>
          <a:xfrm>
            <a:off x="8631936" y="5349240"/>
            <a:ext cx="384048" cy="384048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07424" y="5349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</a:t>
            </a:r>
            <a:endParaRPr lang="en-US" sz="1300" dirty="0"/>
          </a:p>
        </p:txBody>
      </p:sp>
      <p:sp>
        <p:nvSpPr>
          <p:cNvPr id="24" name="Chip Deliver"/>
          <p:cNvSpPr/>
          <p:nvPr/>
        </p:nvSpPr>
        <p:spPr>
          <a:xfrm>
            <a:off x="10113264" y="5349240"/>
            <a:ext cx="384048" cy="384048"/>
          </a:xfrm>
          <a:prstGeom prst="ellipse">
            <a:avLst/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88752" y="5349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5943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people  ·  1 ring  ·  1 direction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everywhere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Presentations · communications · events</a:t>
            </a:r>
            <a:endParaRPr lang="en-US" sz="1500" dirty="0"/>
          </a:p>
        </p:txBody>
      </p:sp>
      <p:sp>
        <p:nvSpPr>
          <p:cNvPr id="4" name="Tile full colour"/>
          <p:cNvSpPr/>
          <p:nvPr/>
        </p:nvSpPr>
        <p:spPr>
          <a:xfrm>
            <a:off x="548640" y="1645920"/>
            <a:ext cx="5394960" cy="21945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Person 1 - arms"/>
          <p:cNvSpPr/>
          <p:nvPr/>
        </p:nvSpPr>
        <p:spPr>
          <a:xfrm>
            <a:off x="1033272" y="2084832"/>
            <a:ext cx="1316736" cy="1316736"/>
          </a:xfrm>
          <a:prstGeom prst="blockArc">
            <a:avLst>
              <a:gd name="adj1" fmla="val 10950000"/>
              <a:gd name="adj2" fmla="val 15390000"/>
              <a:gd name="adj3" fmla="val 13500"/>
            </a:avLst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6" name="Person 1 - head"/>
          <p:cNvSpPr/>
          <p:nvPr/>
        </p:nvSpPr>
        <p:spPr>
          <a:xfrm>
            <a:off x="989285" y="2040845"/>
            <a:ext cx="250180" cy="250180"/>
          </a:xfrm>
          <a:prstGeom prst="ellips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7" name="Person 2 - arms"/>
          <p:cNvSpPr/>
          <p:nvPr/>
        </p:nvSpPr>
        <p:spPr>
          <a:xfrm>
            <a:off x="1033272" y="2084832"/>
            <a:ext cx="1316736" cy="1316736"/>
          </a:xfrm>
          <a:prstGeom prst="blockArc">
            <a:avLst>
              <a:gd name="adj1" fmla="val 16350000"/>
              <a:gd name="adj2" fmla="val 21450000"/>
              <a:gd name="adj3" fmla="val 135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Person 2 - head"/>
          <p:cNvSpPr/>
          <p:nvPr/>
        </p:nvSpPr>
        <p:spPr>
          <a:xfrm>
            <a:off x="2143815" y="2040845"/>
            <a:ext cx="250180" cy="250180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Person 3 - arms"/>
          <p:cNvSpPr/>
          <p:nvPr/>
        </p:nvSpPr>
        <p:spPr>
          <a:xfrm>
            <a:off x="1033272" y="2084832"/>
            <a:ext cx="1316736" cy="1316736"/>
          </a:xfrm>
          <a:prstGeom prst="blockArc">
            <a:avLst>
              <a:gd name="adj1" fmla="val 150000"/>
              <a:gd name="adj2" fmla="val 5250000"/>
              <a:gd name="adj3" fmla="val 13500"/>
            </a:avLst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0" name="Person 3 - head"/>
          <p:cNvSpPr/>
          <p:nvPr/>
        </p:nvSpPr>
        <p:spPr>
          <a:xfrm>
            <a:off x="2143815" y="3195375"/>
            <a:ext cx="250180" cy="25018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1" name="Person 4 - arms"/>
          <p:cNvSpPr/>
          <p:nvPr/>
        </p:nvSpPr>
        <p:spPr>
          <a:xfrm>
            <a:off x="1033272" y="2084832"/>
            <a:ext cx="1316736" cy="1316736"/>
          </a:xfrm>
          <a:prstGeom prst="blockArc">
            <a:avLst>
              <a:gd name="adj1" fmla="val 5550000"/>
              <a:gd name="adj2" fmla="val 10650000"/>
              <a:gd name="adj3" fmla="val 13500"/>
            </a:avLst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12" name="Person 4 - head"/>
          <p:cNvSpPr/>
          <p:nvPr/>
        </p:nvSpPr>
        <p:spPr>
          <a:xfrm>
            <a:off x="989285" y="3195375"/>
            <a:ext cx="250180" cy="250180"/>
          </a:xfrm>
          <a:prstGeom prst="ellipse">
            <a:avLst/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13" name="Journey arrow"/>
          <p:cNvSpPr/>
          <p:nvPr/>
        </p:nvSpPr>
        <p:spPr>
          <a:xfrm rot="5400000">
            <a:off x="1467685" y="2079064"/>
            <a:ext cx="328855" cy="195535"/>
          </a:xfrm>
          <a:prstGeom prst="triangl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14" name="E2E"/>
          <p:cNvSpPr txBox="1"/>
          <p:nvPr/>
        </p:nvSpPr>
        <p:spPr>
          <a:xfrm>
            <a:off x="1230782" y="2512771"/>
            <a:ext cx="92171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2100" b="1" dirty="0">
                <a:solidFill>
                  <a:srgbClr val="E1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100" dirty="0"/>
          </a:p>
        </p:txBody>
      </p:sp>
      <p:sp>
        <p:nvSpPr>
          <p:cNvPr id="15" name="Wordmark"/>
          <p:cNvSpPr txBox="1"/>
          <p:nvPr/>
        </p:nvSpPr>
        <p:spPr>
          <a:xfrm>
            <a:off x="2743200" y="2331720"/>
            <a:ext cx="31089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 </a:t>
            </a:r>
            <a:pPr algn="l" indent="0" marL="0">
              <a:buNone/>
            </a:pPr>
            <a:r>
              <a:rPr lang="en-US" sz="3000" b="1" spc="200" kern="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buNone/>
            </a:pPr>
            <a:r>
              <a:rPr lang="en-US" sz="3000" b="1" spc="200" kern="0" dirty="0">
                <a:solidFill>
                  <a:srgbClr val="E1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3000" b="1" spc="200" kern="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000" dirty="0"/>
          </a:p>
        </p:txBody>
      </p:sp>
      <p:sp>
        <p:nvSpPr>
          <p:cNvPr id="16" name="Tagline"/>
          <p:cNvSpPr txBox="1"/>
          <p:nvPr/>
        </p:nvSpPr>
        <p:spPr>
          <a:xfrm>
            <a:off x="2743200" y="284454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JOURNEY. ONE IDENTITY.</a:t>
            </a:r>
            <a:endParaRPr lang="en-US" sz="1000" dirty="0"/>
          </a:p>
        </p:txBody>
      </p:sp>
      <p:sp>
        <p:nvSpPr>
          <p:cNvPr id="17" name="Tile reversed"/>
          <p:cNvSpPr/>
          <p:nvPr/>
        </p:nvSpPr>
        <p:spPr>
          <a:xfrm>
            <a:off x="6263640" y="1645920"/>
            <a:ext cx="5394960" cy="2194560"/>
          </a:xfrm>
          <a:prstGeom prst="rect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18" name="Person 1 - arms"/>
          <p:cNvSpPr/>
          <p:nvPr/>
        </p:nvSpPr>
        <p:spPr>
          <a:xfrm>
            <a:off x="6748272" y="2084832"/>
            <a:ext cx="1316736" cy="1316736"/>
          </a:xfrm>
          <a:prstGeom prst="blockArc">
            <a:avLst>
              <a:gd name="adj1" fmla="val 10950000"/>
              <a:gd name="adj2" fmla="val 15390000"/>
              <a:gd name="adj3" fmla="val 13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erson 1 - head"/>
          <p:cNvSpPr/>
          <p:nvPr/>
        </p:nvSpPr>
        <p:spPr>
          <a:xfrm>
            <a:off x="6704285" y="2040845"/>
            <a:ext cx="250180" cy="2501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erson 2 - arms"/>
          <p:cNvSpPr/>
          <p:nvPr/>
        </p:nvSpPr>
        <p:spPr>
          <a:xfrm>
            <a:off x="6748272" y="2084832"/>
            <a:ext cx="1316736" cy="1316736"/>
          </a:xfrm>
          <a:prstGeom prst="blockArc">
            <a:avLst>
              <a:gd name="adj1" fmla="val 16350000"/>
              <a:gd name="adj2" fmla="val 21450000"/>
              <a:gd name="adj3" fmla="val 13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erson 2 - head"/>
          <p:cNvSpPr/>
          <p:nvPr/>
        </p:nvSpPr>
        <p:spPr>
          <a:xfrm>
            <a:off x="7858815" y="2040845"/>
            <a:ext cx="250180" cy="2501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erson 3 - arms"/>
          <p:cNvSpPr/>
          <p:nvPr/>
        </p:nvSpPr>
        <p:spPr>
          <a:xfrm>
            <a:off x="6748272" y="2084832"/>
            <a:ext cx="1316736" cy="1316736"/>
          </a:xfrm>
          <a:prstGeom prst="blockArc">
            <a:avLst>
              <a:gd name="adj1" fmla="val 150000"/>
              <a:gd name="adj2" fmla="val 5250000"/>
              <a:gd name="adj3" fmla="val 13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erson 3 - head"/>
          <p:cNvSpPr/>
          <p:nvPr/>
        </p:nvSpPr>
        <p:spPr>
          <a:xfrm>
            <a:off x="7858815" y="3195375"/>
            <a:ext cx="250180" cy="2501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erson 4 - arms"/>
          <p:cNvSpPr/>
          <p:nvPr/>
        </p:nvSpPr>
        <p:spPr>
          <a:xfrm>
            <a:off x="6748272" y="2084832"/>
            <a:ext cx="1316736" cy="1316736"/>
          </a:xfrm>
          <a:prstGeom prst="blockArc">
            <a:avLst>
              <a:gd name="adj1" fmla="val 5550000"/>
              <a:gd name="adj2" fmla="val 10650000"/>
              <a:gd name="adj3" fmla="val 13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erson 4 - head"/>
          <p:cNvSpPr/>
          <p:nvPr/>
        </p:nvSpPr>
        <p:spPr>
          <a:xfrm>
            <a:off x="6704285" y="3195375"/>
            <a:ext cx="250180" cy="2501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Journey arrow"/>
          <p:cNvSpPr/>
          <p:nvPr/>
        </p:nvSpPr>
        <p:spPr>
          <a:xfrm rot="5400000">
            <a:off x="7182685" y="2079064"/>
            <a:ext cx="328855" cy="195535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E2E"/>
          <p:cNvSpPr txBox="1"/>
          <p:nvPr/>
        </p:nvSpPr>
        <p:spPr>
          <a:xfrm>
            <a:off x="6945782" y="2512771"/>
            <a:ext cx="92171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100" dirty="0"/>
          </a:p>
        </p:txBody>
      </p:sp>
      <p:sp>
        <p:nvSpPr>
          <p:cNvPr id="28" name="Wordmark"/>
          <p:cNvSpPr txBox="1"/>
          <p:nvPr/>
        </p:nvSpPr>
        <p:spPr>
          <a:xfrm>
            <a:off x="8458200" y="2331720"/>
            <a:ext cx="31089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 </a:t>
            </a:r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000" dirty="0"/>
          </a:p>
        </p:txBody>
      </p:sp>
      <p:sp>
        <p:nvSpPr>
          <p:cNvPr id="29" name="Tagline"/>
          <p:cNvSpPr txBox="1"/>
          <p:nvPr/>
        </p:nvSpPr>
        <p:spPr>
          <a:xfrm>
            <a:off x="8458200" y="284454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JOURNEY. ONE IDENTITY.</a:t>
            </a:r>
            <a:endParaRPr lang="en-US" sz="1000" dirty="0"/>
          </a:p>
        </p:txBody>
      </p:sp>
      <p:sp>
        <p:nvSpPr>
          <p:cNvPr id="30" name="Tile dark"/>
          <p:cNvSpPr/>
          <p:nvPr/>
        </p:nvSpPr>
        <p:spPr>
          <a:xfrm>
            <a:off x="548640" y="4114800"/>
            <a:ext cx="5394960" cy="21945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1" name="Person 1 - arms"/>
          <p:cNvSpPr/>
          <p:nvPr/>
        </p:nvSpPr>
        <p:spPr>
          <a:xfrm>
            <a:off x="1033272" y="4553712"/>
            <a:ext cx="1316736" cy="1316736"/>
          </a:xfrm>
          <a:prstGeom prst="blockArc">
            <a:avLst>
              <a:gd name="adj1" fmla="val 10950000"/>
              <a:gd name="adj2" fmla="val 15390000"/>
              <a:gd name="adj3" fmla="val 13500"/>
            </a:avLst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32" name="Person 1 - head"/>
          <p:cNvSpPr/>
          <p:nvPr/>
        </p:nvSpPr>
        <p:spPr>
          <a:xfrm>
            <a:off x="989285" y="4509725"/>
            <a:ext cx="250180" cy="250180"/>
          </a:xfrm>
          <a:prstGeom prst="ellips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33" name="Person 2 - arms"/>
          <p:cNvSpPr/>
          <p:nvPr/>
        </p:nvSpPr>
        <p:spPr>
          <a:xfrm>
            <a:off x="1033272" y="4553712"/>
            <a:ext cx="1316736" cy="1316736"/>
          </a:xfrm>
          <a:prstGeom prst="blockArc">
            <a:avLst>
              <a:gd name="adj1" fmla="val 16350000"/>
              <a:gd name="adj2" fmla="val 21450000"/>
              <a:gd name="adj3" fmla="val 13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erson 2 - head"/>
          <p:cNvSpPr/>
          <p:nvPr/>
        </p:nvSpPr>
        <p:spPr>
          <a:xfrm>
            <a:off x="2143815" y="4509725"/>
            <a:ext cx="250180" cy="2501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erson 3 - arms"/>
          <p:cNvSpPr/>
          <p:nvPr/>
        </p:nvSpPr>
        <p:spPr>
          <a:xfrm>
            <a:off x="1033272" y="4553712"/>
            <a:ext cx="1316736" cy="1316736"/>
          </a:xfrm>
          <a:prstGeom prst="blockArc">
            <a:avLst>
              <a:gd name="adj1" fmla="val 150000"/>
              <a:gd name="adj2" fmla="val 5250000"/>
              <a:gd name="adj3" fmla="val 13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Person 3 - head"/>
          <p:cNvSpPr/>
          <p:nvPr/>
        </p:nvSpPr>
        <p:spPr>
          <a:xfrm>
            <a:off x="2143815" y="5664255"/>
            <a:ext cx="250180" cy="2501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Person 4 - arms"/>
          <p:cNvSpPr/>
          <p:nvPr/>
        </p:nvSpPr>
        <p:spPr>
          <a:xfrm>
            <a:off x="1033272" y="4553712"/>
            <a:ext cx="1316736" cy="1316736"/>
          </a:xfrm>
          <a:prstGeom prst="blockArc">
            <a:avLst>
              <a:gd name="adj1" fmla="val 5550000"/>
              <a:gd name="adj2" fmla="val 10650000"/>
              <a:gd name="adj3" fmla="val 13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Person 4 - head"/>
          <p:cNvSpPr/>
          <p:nvPr/>
        </p:nvSpPr>
        <p:spPr>
          <a:xfrm>
            <a:off x="989285" y="5664255"/>
            <a:ext cx="250180" cy="2501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Journey arrow"/>
          <p:cNvSpPr/>
          <p:nvPr/>
        </p:nvSpPr>
        <p:spPr>
          <a:xfrm rot="5400000">
            <a:off x="1467685" y="4547944"/>
            <a:ext cx="328855" cy="195535"/>
          </a:xfrm>
          <a:prstGeom prst="triangl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40" name="E2E"/>
          <p:cNvSpPr txBox="1"/>
          <p:nvPr/>
        </p:nvSpPr>
        <p:spPr>
          <a:xfrm>
            <a:off x="1230782" y="4981651"/>
            <a:ext cx="92171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2100" b="1" dirty="0">
                <a:solidFill>
                  <a:srgbClr val="E1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100" dirty="0"/>
          </a:p>
        </p:txBody>
      </p:sp>
      <p:sp>
        <p:nvSpPr>
          <p:cNvPr id="41" name="Wordmark"/>
          <p:cNvSpPr txBox="1"/>
          <p:nvPr/>
        </p:nvSpPr>
        <p:spPr>
          <a:xfrm>
            <a:off x="2743200" y="4800600"/>
            <a:ext cx="31089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 </a:t>
            </a:r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buNone/>
            </a:pPr>
            <a:r>
              <a:rPr lang="en-US" sz="3000" b="1" spc="200" kern="0" dirty="0">
                <a:solidFill>
                  <a:srgbClr val="E1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000" dirty="0"/>
          </a:p>
        </p:txBody>
      </p:sp>
      <p:sp>
        <p:nvSpPr>
          <p:cNvPr id="42" name="Tagline"/>
          <p:cNvSpPr txBox="1"/>
          <p:nvPr/>
        </p:nvSpPr>
        <p:spPr>
          <a:xfrm>
            <a:off x="2743200" y="531342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JOURNEY. ONE IDENTITY.</a:t>
            </a:r>
            <a:endParaRPr lang="en-US" sz="1000" dirty="0"/>
          </a:p>
        </p:txBody>
      </p:sp>
      <p:sp>
        <p:nvSpPr>
          <p:cNvPr id="43" name="Tile sizes"/>
          <p:cNvSpPr/>
          <p:nvPr/>
        </p:nvSpPr>
        <p:spPr>
          <a:xfrm>
            <a:off x="6263640" y="4114800"/>
            <a:ext cx="5394960" cy="21945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4" name="Person 1 - arms"/>
          <p:cNvSpPr/>
          <p:nvPr/>
        </p:nvSpPr>
        <p:spPr>
          <a:xfrm>
            <a:off x="6784848" y="4498848"/>
            <a:ext cx="1060704" cy="1060704"/>
          </a:xfrm>
          <a:prstGeom prst="blockArc">
            <a:avLst>
              <a:gd name="adj1" fmla="val 10950000"/>
              <a:gd name="adj2" fmla="val 15390000"/>
              <a:gd name="adj3" fmla="val 13500"/>
            </a:avLst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45" name="Person 1 - head"/>
          <p:cNvSpPr/>
          <p:nvPr/>
        </p:nvSpPr>
        <p:spPr>
          <a:xfrm>
            <a:off x="6749414" y="4463414"/>
            <a:ext cx="201534" cy="201534"/>
          </a:xfrm>
          <a:prstGeom prst="ellips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46" name="Person 2 - arms"/>
          <p:cNvSpPr/>
          <p:nvPr/>
        </p:nvSpPr>
        <p:spPr>
          <a:xfrm>
            <a:off x="6784848" y="4498848"/>
            <a:ext cx="1060704" cy="1060704"/>
          </a:xfrm>
          <a:prstGeom prst="blockArc">
            <a:avLst>
              <a:gd name="adj1" fmla="val 16350000"/>
              <a:gd name="adj2" fmla="val 21450000"/>
              <a:gd name="adj3" fmla="val 135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7" name="Person 2 - head"/>
          <p:cNvSpPr/>
          <p:nvPr/>
        </p:nvSpPr>
        <p:spPr>
          <a:xfrm>
            <a:off x="7679452" y="4463414"/>
            <a:ext cx="201534" cy="20153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8" name="Person 3 - arms"/>
          <p:cNvSpPr/>
          <p:nvPr/>
        </p:nvSpPr>
        <p:spPr>
          <a:xfrm>
            <a:off x="6784848" y="4498848"/>
            <a:ext cx="1060704" cy="1060704"/>
          </a:xfrm>
          <a:prstGeom prst="blockArc">
            <a:avLst>
              <a:gd name="adj1" fmla="val 150000"/>
              <a:gd name="adj2" fmla="val 5250000"/>
              <a:gd name="adj3" fmla="val 13500"/>
            </a:avLst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49" name="Person 3 - head"/>
          <p:cNvSpPr/>
          <p:nvPr/>
        </p:nvSpPr>
        <p:spPr>
          <a:xfrm>
            <a:off x="7679452" y="5393452"/>
            <a:ext cx="201534" cy="201534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0" name="Person 4 - arms"/>
          <p:cNvSpPr/>
          <p:nvPr/>
        </p:nvSpPr>
        <p:spPr>
          <a:xfrm>
            <a:off x="6784848" y="4498848"/>
            <a:ext cx="1060704" cy="1060704"/>
          </a:xfrm>
          <a:prstGeom prst="blockArc">
            <a:avLst>
              <a:gd name="adj1" fmla="val 5550000"/>
              <a:gd name="adj2" fmla="val 10650000"/>
              <a:gd name="adj3" fmla="val 13500"/>
            </a:avLst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51" name="Person 4 - head"/>
          <p:cNvSpPr/>
          <p:nvPr/>
        </p:nvSpPr>
        <p:spPr>
          <a:xfrm>
            <a:off x="6749414" y="5393452"/>
            <a:ext cx="201534" cy="201534"/>
          </a:xfrm>
          <a:prstGeom prst="ellipse">
            <a:avLst/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52" name="Journey arrow"/>
          <p:cNvSpPr/>
          <p:nvPr/>
        </p:nvSpPr>
        <p:spPr>
          <a:xfrm rot="5400000">
            <a:off x="7134792" y="4494201"/>
            <a:ext cx="264911" cy="157515"/>
          </a:xfrm>
          <a:prstGeom prst="triangl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53" name="E2E"/>
          <p:cNvSpPr txBox="1"/>
          <p:nvPr/>
        </p:nvSpPr>
        <p:spPr>
          <a:xfrm>
            <a:off x="6943954" y="4843577"/>
            <a:ext cx="742493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1700" b="1" dirty="0">
                <a:solidFill>
                  <a:srgbClr val="E1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700" dirty="0"/>
          </a:p>
        </p:txBody>
      </p:sp>
      <p:sp>
        <p:nvSpPr>
          <p:cNvPr id="54" name="Person 1 - arms"/>
          <p:cNvSpPr/>
          <p:nvPr/>
        </p:nvSpPr>
        <p:spPr>
          <a:xfrm>
            <a:off x="8275320" y="4663440"/>
            <a:ext cx="731520" cy="731520"/>
          </a:xfrm>
          <a:prstGeom prst="blockArc">
            <a:avLst>
              <a:gd name="adj1" fmla="val 10950000"/>
              <a:gd name="adj2" fmla="val 15390000"/>
              <a:gd name="adj3" fmla="val 13500"/>
            </a:avLst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55" name="Person 1 - head"/>
          <p:cNvSpPr/>
          <p:nvPr/>
        </p:nvSpPr>
        <p:spPr>
          <a:xfrm>
            <a:off x="8250883" y="4639003"/>
            <a:ext cx="138989" cy="138989"/>
          </a:xfrm>
          <a:prstGeom prst="ellips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56" name="Person 2 - arms"/>
          <p:cNvSpPr/>
          <p:nvPr/>
        </p:nvSpPr>
        <p:spPr>
          <a:xfrm>
            <a:off x="8275320" y="4663440"/>
            <a:ext cx="731520" cy="731520"/>
          </a:xfrm>
          <a:prstGeom prst="blockArc">
            <a:avLst>
              <a:gd name="adj1" fmla="val 16350000"/>
              <a:gd name="adj2" fmla="val 21450000"/>
              <a:gd name="adj3" fmla="val 135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7" name="Person 2 - head"/>
          <p:cNvSpPr/>
          <p:nvPr/>
        </p:nvSpPr>
        <p:spPr>
          <a:xfrm>
            <a:off x="8892289" y="4639003"/>
            <a:ext cx="138989" cy="138989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8" name="Person 3 - arms"/>
          <p:cNvSpPr/>
          <p:nvPr/>
        </p:nvSpPr>
        <p:spPr>
          <a:xfrm>
            <a:off x="8275320" y="4663440"/>
            <a:ext cx="731520" cy="731520"/>
          </a:xfrm>
          <a:prstGeom prst="blockArc">
            <a:avLst>
              <a:gd name="adj1" fmla="val 150000"/>
              <a:gd name="adj2" fmla="val 5250000"/>
              <a:gd name="adj3" fmla="val 13500"/>
            </a:avLst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9" name="Person 3 - head"/>
          <p:cNvSpPr/>
          <p:nvPr/>
        </p:nvSpPr>
        <p:spPr>
          <a:xfrm>
            <a:off x="8892289" y="5280409"/>
            <a:ext cx="138989" cy="138989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60" name="Person 4 - arms"/>
          <p:cNvSpPr/>
          <p:nvPr/>
        </p:nvSpPr>
        <p:spPr>
          <a:xfrm>
            <a:off x="8275320" y="4663440"/>
            <a:ext cx="731520" cy="731520"/>
          </a:xfrm>
          <a:prstGeom prst="blockArc">
            <a:avLst>
              <a:gd name="adj1" fmla="val 5550000"/>
              <a:gd name="adj2" fmla="val 10650000"/>
              <a:gd name="adj3" fmla="val 13500"/>
            </a:avLst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61" name="Person 4 - head"/>
          <p:cNvSpPr/>
          <p:nvPr/>
        </p:nvSpPr>
        <p:spPr>
          <a:xfrm>
            <a:off x="8250883" y="5280409"/>
            <a:ext cx="138989" cy="138989"/>
          </a:xfrm>
          <a:prstGeom prst="ellipse">
            <a:avLst/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62" name="Journey arrow"/>
          <p:cNvSpPr/>
          <p:nvPr/>
        </p:nvSpPr>
        <p:spPr>
          <a:xfrm rot="5400000">
            <a:off x="8516660" y="4660235"/>
            <a:ext cx="182697" cy="108631"/>
          </a:xfrm>
          <a:prstGeom prst="triangl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63" name="E2E"/>
          <p:cNvSpPr txBox="1"/>
          <p:nvPr/>
        </p:nvSpPr>
        <p:spPr>
          <a:xfrm>
            <a:off x="8385048" y="4901184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1200" b="1" dirty="0">
                <a:solidFill>
                  <a:srgbClr val="E1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64" name="Person 1 - arms"/>
          <p:cNvSpPr/>
          <p:nvPr/>
        </p:nvSpPr>
        <p:spPr>
          <a:xfrm>
            <a:off x="9454896" y="4791456"/>
            <a:ext cx="475488" cy="475488"/>
          </a:xfrm>
          <a:prstGeom prst="blockArc">
            <a:avLst>
              <a:gd name="adj1" fmla="val 10950000"/>
              <a:gd name="adj2" fmla="val 15390000"/>
              <a:gd name="adj3" fmla="val 13500"/>
            </a:avLst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65" name="Person 1 - head"/>
          <p:cNvSpPr/>
          <p:nvPr/>
        </p:nvSpPr>
        <p:spPr>
          <a:xfrm>
            <a:off x="9439012" y="4775572"/>
            <a:ext cx="90343" cy="90343"/>
          </a:xfrm>
          <a:prstGeom prst="ellips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66" name="Person 2 - arms"/>
          <p:cNvSpPr/>
          <p:nvPr/>
        </p:nvSpPr>
        <p:spPr>
          <a:xfrm>
            <a:off x="9454896" y="4791456"/>
            <a:ext cx="475488" cy="475488"/>
          </a:xfrm>
          <a:prstGeom prst="blockArc">
            <a:avLst>
              <a:gd name="adj1" fmla="val 16350000"/>
              <a:gd name="adj2" fmla="val 21450000"/>
              <a:gd name="adj3" fmla="val 135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7" name="Person 2 - head"/>
          <p:cNvSpPr/>
          <p:nvPr/>
        </p:nvSpPr>
        <p:spPr>
          <a:xfrm>
            <a:off x="9855926" y="4775572"/>
            <a:ext cx="90343" cy="90343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8" name="Person 3 - arms"/>
          <p:cNvSpPr/>
          <p:nvPr/>
        </p:nvSpPr>
        <p:spPr>
          <a:xfrm>
            <a:off x="9454896" y="4791456"/>
            <a:ext cx="475488" cy="475488"/>
          </a:xfrm>
          <a:prstGeom prst="blockArc">
            <a:avLst>
              <a:gd name="adj1" fmla="val 150000"/>
              <a:gd name="adj2" fmla="val 5250000"/>
              <a:gd name="adj3" fmla="val 13500"/>
            </a:avLst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69" name="Person 3 - head"/>
          <p:cNvSpPr/>
          <p:nvPr/>
        </p:nvSpPr>
        <p:spPr>
          <a:xfrm>
            <a:off x="9855926" y="5192486"/>
            <a:ext cx="90343" cy="90343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70" name="Person 4 - arms"/>
          <p:cNvSpPr/>
          <p:nvPr/>
        </p:nvSpPr>
        <p:spPr>
          <a:xfrm>
            <a:off x="9454896" y="4791456"/>
            <a:ext cx="475488" cy="475488"/>
          </a:xfrm>
          <a:prstGeom prst="blockArc">
            <a:avLst>
              <a:gd name="adj1" fmla="val 5550000"/>
              <a:gd name="adj2" fmla="val 10650000"/>
              <a:gd name="adj3" fmla="val 13500"/>
            </a:avLst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71" name="Person 4 - head"/>
          <p:cNvSpPr/>
          <p:nvPr/>
        </p:nvSpPr>
        <p:spPr>
          <a:xfrm>
            <a:off x="9439012" y="5192486"/>
            <a:ext cx="90343" cy="90343"/>
          </a:xfrm>
          <a:prstGeom prst="ellipse">
            <a:avLst/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72" name="Journey arrow"/>
          <p:cNvSpPr/>
          <p:nvPr/>
        </p:nvSpPr>
        <p:spPr>
          <a:xfrm rot="5400000">
            <a:off x="9611767" y="4789373"/>
            <a:ext cx="118753" cy="70610"/>
          </a:xfrm>
          <a:prstGeom prst="triangl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73" name="E2E"/>
          <p:cNvSpPr txBox="1"/>
          <p:nvPr/>
        </p:nvSpPr>
        <p:spPr>
          <a:xfrm>
            <a:off x="9526219" y="4945990"/>
            <a:ext cx="332842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700" b="1" dirty="0">
                <a:solidFill>
                  <a:srgbClr val="E1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700" dirty="0"/>
          </a:p>
        </p:txBody>
      </p:sp>
      <p:sp>
        <p:nvSpPr>
          <p:cNvPr id="74" name="Person 1 - arms"/>
          <p:cNvSpPr/>
          <p:nvPr/>
        </p:nvSpPr>
        <p:spPr>
          <a:xfrm>
            <a:off x="10323576" y="4882896"/>
            <a:ext cx="292608" cy="292608"/>
          </a:xfrm>
          <a:prstGeom prst="blockArc">
            <a:avLst>
              <a:gd name="adj1" fmla="val 10950000"/>
              <a:gd name="adj2" fmla="val 15390000"/>
              <a:gd name="adj3" fmla="val 13500"/>
            </a:avLst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75" name="Person 1 - head"/>
          <p:cNvSpPr/>
          <p:nvPr/>
        </p:nvSpPr>
        <p:spPr>
          <a:xfrm>
            <a:off x="10313801" y="4873121"/>
            <a:ext cx="55596" cy="55596"/>
          </a:xfrm>
          <a:prstGeom prst="ellips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76" name="Person 2 - arms"/>
          <p:cNvSpPr/>
          <p:nvPr/>
        </p:nvSpPr>
        <p:spPr>
          <a:xfrm>
            <a:off x="10323576" y="4882896"/>
            <a:ext cx="292608" cy="292608"/>
          </a:xfrm>
          <a:prstGeom prst="blockArc">
            <a:avLst>
              <a:gd name="adj1" fmla="val 16350000"/>
              <a:gd name="adj2" fmla="val 21450000"/>
              <a:gd name="adj3" fmla="val 135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7" name="Person 2 - head"/>
          <p:cNvSpPr/>
          <p:nvPr/>
        </p:nvSpPr>
        <p:spPr>
          <a:xfrm>
            <a:off x="10570363" y="4873121"/>
            <a:ext cx="55596" cy="55596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8" name="Person 3 - arms"/>
          <p:cNvSpPr/>
          <p:nvPr/>
        </p:nvSpPr>
        <p:spPr>
          <a:xfrm>
            <a:off x="10323576" y="4882896"/>
            <a:ext cx="292608" cy="292608"/>
          </a:xfrm>
          <a:prstGeom prst="blockArc">
            <a:avLst>
              <a:gd name="adj1" fmla="val 150000"/>
              <a:gd name="adj2" fmla="val 5250000"/>
              <a:gd name="adj3" fmla="val 13500"/>
            </a:avLst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79" name="Person 3 - head"/>
          <p:cNvSpPr/>
          <p:nvPr/>
        </p:nvSpPr>
        <p:spPr>
          <a:xfrm>
            <a:off x="10570363" y="5129683"/>
            <a:ext cx="55596" cy="55596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80" name="Person 4 - arms"/>
          <p:cNvSpPr/>
          <p:nvPr/>
        </p:nvSpPr>
        <p:spPr>
          <a:xfrm>
            <a:off x="10323576" y="4882896"/>
            <a:ext cx="292608" cy="292608"/>
          </a:xfrm>
          <a:prstGeom prst="blockArc">
            <a:avLst>
              <a:gd name="adj1" fmla="val 5550000"/>
              <a:gd name="adj2" fmla="val 10650000"/>
              <a:gd name="adj3" fmla="val 13500"/>
            </a:avLst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81" name="Person 4 - head"/>
          <p:cNvSpPr/>
          <p:nvPr/>
        </p:nvSpPr>
        <p:spPr>
          <a:xfrm>
            <a:off x="10313801" y="5129683"/>
            <a:ext cx="55596" cy="55596"/>
          </a:xfrm>
          <a:prstGeom prst="ellipse">
            <a:avLst/>
          </a:prstGeom>
          <a:solidFill>
            <a:srgbClr val="8C0A1A"/>
          </a:solidFill>
          <a:ln w="12700">
            <a:solidFill>
              <a:srgbClr val="8C0A1A"/>
            </a:solidFill>
            <a:prstDash val="solid"/>
          </a:ln>
        </p:spPr>
      </p:sp>
      <p:sp>
        <p:nvSpPr>
          <p:cNvPr id="82" name="Journey arrow"/>
          <p:cNvSpPr/>
          <p:nvPr/>
        </p:nvSpPr>
        <p:spPr>
          <a:xfrm rot="5400000">
            <a:off x="10420112" y="4881614"/>
            <a:ext cx="73079" cy="43452"/>
          </a:xfrm>
          <a:prstGeom prst="triangle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653796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down to an icon: badges, lanyards, slide footers, app tiles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 E2E Logo Proposal</dc:title>
  <dc:subject>PptxGenJS Presentation</dc:subject>
  <dc:creator>PptxGenJS</dc:creator>
  <cp:lastModifiedBy>PptxGenJS</cp:lastModifiedBy>
  <cp:revision>1</cp:revision>
  <dcterms:created xsi:type="dcterms:W3CDTF">2026-10-02T12:59:48Z</dcterms:created>
  <dcterms:modified xsi:type="dcterms:W3CDTF">2026-10-02T12:59:48Z</dcterms:modified>
</cp:coreProperties>
</file>